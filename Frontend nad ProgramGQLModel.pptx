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JetBrains Mono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cover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581025"/>
            <a:ext cx="11581447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nad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ProgramGQLModel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280046"/>
            <a:ext cx="110301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Semestrální projekt v rámci </a:t>
            </a:r>
            <a:r>
              <a:rPr lang="en-US" sz="195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předmětu Informatika</a:t>
            </a:r>
            <a:endParaRPr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0EE036B9-34B4-04CF-3E8E-4F943407FC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51509"/>
            <a:ext cx="5229225" cy="299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51509"/>
            <a:ext cx="5229225" cy="299799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71550" y="3208734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Funkcionalita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71550" y="3675459"/>
            <a:ext cx="444817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Vytvořit plně funkční a responzivní frontend pro entitu studijních programů (ProgramGQLModel), který umožní uživatelům efektivní správu dat.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3208734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Integrace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3675459"/>
            <a:ext cx="444817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Zajistit bezproblémové propojení s ostatními moduly týmové aplikace a komunikaci s backendem přes standardizované GraphQL API.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Cíl projektu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F1B14332-7197-A061-7CAC-E77BCB1B46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33352"/>
            <a:ext cx="3486150" cy="3034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533352"/>
            <a:ext cx="3486150" cy="3034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533352"/>
            <a:ext cx="3486150" cy="303430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76300" y="365730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76300" y="4124027"/>
            <a:ext cx="2895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Moderní knihovna pro tvorbu uživatelských rozhraní založená na komponentách.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48200" y="365730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GraphQL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48200" y="4124027"/>
            <a:ext cx="2895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Dotazovací jazyk pro API zajišťující efektivní přenos pouze potřebných dat.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20100" y="365730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JavaScript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20100" y="4124027"/>
            <a:ext cx="2895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Logické jádro aplikace zajišťující dynamické chování a interakci s uživatelem.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8762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8762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87625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Použité technologie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82629DBD-07F5-E442-5E24-25CA2FB1BA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1009650" y="2980134"/>
            <a:ext cx="10601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Seznam a detail:</a:t>
            </a: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Přehledné zobrazení všech studijních programů s možností rozkliku na detail.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009650" y="3553420"/>
            <a:ext cx="10601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CRUD operace:</a:t>
            </a: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Kompletní správa – vytváření, editace a bezpečné mazání programů.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09650" y="4126706"/>
            <a:ext cx="10601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Vazby na entity:</a:t>
            </a: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Propojení s garanty, licencovanými skupinami, předměty a studenty.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09650" y="4699992"/>
            <a:ext cx="10601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Validace dat:</a:t>
            </a: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Ošetření vstupů pro zajištění integrity dat v systému.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1823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9152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6480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73809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Implementované funkce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C8053600-D1A6-78EA-AE89-710965CA52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771525" y="1119336"/>
            <a:ext cx="4990623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Entita ProgramGQL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1025" y="1119336"/>
            <a:ext cx="57150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81025" y="2014686"/>
            <a:ext cx="494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650"/>
              <a:buFont typeface="Inter"/>
              <a:buChar char="●"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Jádrem projektu je model ProgramGQL, který integruje komplexní data o studijních programech.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81025" y="3251508"/>
            <a:ext cx="4943400" cy="14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650"/>
              <a:buFont typeface="Inter"/>
              <a:buChar char="●"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Díky GraphQL schématu definujeme přesné datové typy a vztahy, což umožňuje agilní vývoj frontendu nezávisle na změnách backendu.</a:t>
            </a:r>
            <a:endParaRPr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6C0E8EB-870B-15AF-6204-DF470A92E2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81025" y="2145506"/>
            <a:ext cx="5229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009650" y="3006328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GraphQL API endpoint.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009650" y="3579614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React s Apollo Client.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009650" y="4152900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Integrace:</a:t>
            </a: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Modulární zapojení do většího celku.</a:t>
            </a:r>
            <a:endParaRPr/>
          </a:p>
        </p:txBody>
      </p:sp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4442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617714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910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Architektura systému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C842E45E-8C14-F59B-43E7-C8D628BC0D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98018"/>
            <a:ext cx="522922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81025" y="4531518"/>
            <a:ext cx="52292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8B949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Klíčové vazby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381750" y="3208734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Propojení entit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381750" y="3675459"/>
            <a:ext cx="52293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Program je provázán se čtyřmi hlavními oblastmi: garanty, předměty, licencovanými skupinami a studenty. 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Rozsah implementace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6428C61-784C-02DE-A7DC-F77D8FEADF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2512" y="1907381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2037" y="1916906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6381750" y="2946796"/>
            <a:ext cx="52292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Aplikace využívá atomický design komponent: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810375" y="3434357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Znovupoužitelné UI prvky (tlačítka, inputy).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810375" y="4007643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Kontejnerové komponenty pro logiku.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810375" y="4580929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Custom hooks pro GraphQL mutace.</a:t>
            </a:r>
            <a:endParaRPr/>
          </a:p>
        </p:txBody>
      </p:sp>
      <p:pic>
        <p:nvPicPr>
          <p:cNvPr id="180" name="Google Shape;18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47245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04574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619029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Návrh React komponent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25894C3-BC12-AE32-07F8-173C361691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6381750" y="2412206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Čistota</a:t>
            </a:r>
            <a:r>
              <a:rPr lang="en-US" sz="2100" b="1" i="0" u="none" strike="noStrike" cap="none" dirty="0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2100" b="1" i="0" u="none" strike="noStrike" cap="none" dirty="0" err="1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přehlednost</a:t>
            </a:r>
            <a:endParaRPr dirty="0"/>
          </a:p>
        </p:txBody>
      </p:sp>
      <p:sp>
        <p:nvSpPr>
          <p:cNvPr id="191" name="Google Shape;191;p21"/>
          <p:cNvSpPr txBox="1"/>
          <p:nvPr/>
        </p:nvSpPr>
        <p:spPr>
          <a:xfrm>
            <a:off x="6381750" y="2878931"/>
            <a:ext cx="522922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Důraz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byl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kladen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na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intuitivní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ovládání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Seznam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programů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rychlé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akce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zatímco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detail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programu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přehledně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separuje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metadata od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vazebních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tabulek</a:t>
            </a:r>
            <a:r>
              <a:rPr lang="en-US" sz="16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92" name="Google Shape;192;p21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Uživatelské rozhraní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363" y="2306075"/>
            <a:ext cx="6090548" cy="35737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0D6B4DE5-B4DB-1E8F-B64C-E2D7A01F24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19089"/>
            <a:ext cx="5229225" cy="2662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19089"/>
            <a:ext cx="5229225" cy="266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971550" y="3376314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Komunikace s API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971550" y="3843039"/>
            <a:ext cx="44481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Řešení asynchronních stavů a chybových hlášení při komunikaci s backendem pro zajištění plynulého uživatelského zážitku.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772275" y="3376314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Týmová integrace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772275" y="3843039"/>
            <a:ext cx="44481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Koordinace jmenných prostorů a stylů při včleňování modulu do existující společné aplikace týmu.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771525" y="928836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Výzvy a řešení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581025" y="928836"/>
            <a:ext cx="57150" cy="5143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66C34E0-24FB-FD0D-BCA8-FEB65C337B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305276" y="1651545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Závěr projektu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581025" y="3207841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Projekt úspěšně splnil všechna zadání a přinesl cenné zkušenosti s moderním stackem.</a:t>
            </a:r>
            <a:endParaRPr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E5A13611-70A6-2D5F-B68C-DBEA0C6840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305276" y="1371600"/>
            <a:ext cx="11581447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Dotazy?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581025" y="2809875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Děkujeme za pozornost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581025" y="3777555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GitHub: TomasR04/frontendui</a:t>
            </a:r>
            <a:endParaRPr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D54F78D9-3931-93D0-CEBB-8B78E6E70A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358</Words>
  <Application>Microsoft Office PowerPoint</Application>
  <PresentationFormat>Širokoúhlá obrazovka</PresentationFormat>
  <Paragraphs>60</Paragraphs>
  <Slides>12</Slides>
  <Notes>12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8" baseType="lpstr">
      <vt:lpstr>Inter SemiBold</vt:lpstr>
      <vt:lpstr>Arial</vt:lpstr>
      <vt:lpstr>Inter</vt:lpstr>
      <vt:lpstr>JetBrains Mono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Rosenbaum Tomáš</cp:lastModifiedBy>
  <cp:revision>3</cp:revision>
  <dcterms:modified xsi:type="dcterms:W3CDTF">2026-07-16T17:27:31Z</dcterms:modified>
</cp:coreProperties>
</file>